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JavaScript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E0E0"/>
                </a:solidFill>
              </a:defRPr>
            </a:pPr>
            <a:r>
              <a:t>Foundations of Modern JavaScript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What is JavaScript?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High-level programming language - abstracts complex details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Single-threaded - executes one task at a time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Dynamically typed - data type decided at runtime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Interpreted language - executes code line by line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Automatic memory management - garbage collection built-in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Event-Driven - responds to user interactions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JavaScript Environments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CLIENT-SIDE: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Runs directly in the user's browser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Faster response time - no server communication needed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Brings interactivity to web pages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SERVER-SIDE: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Executes on web servers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Accesses databases and file systems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Handles security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Key Features of JavaScript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⚡ Client-Side Scripting - Fast response without server communication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Versatile - From simple calculations to complex applications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📡 Asynchronous - Fetches data without freezing the interface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📚 Rich Ecosystem - React, Angular, Vue.js frameworks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Limitations of JavaScript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🔓 Security Risks - Vulnerable to XSS attacks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⚙️ Performance - Slower for complex tasks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🧩 Complexity - Requires understanding of advanced concepts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📋 Weak Type Checking - Dynamically typed without strict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Variable Declaration (ES6+)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var - Function/Global Scoped (Old way)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Can be redeclared and reassigned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let - Block Scoped (Modern)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Can be reassigned but NOT re-declared in same scope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 - Block Scoped &amp; Immutable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Cannot be reassigned or re-declared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Variables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null: intentional absence | undefined: declared but not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urier New"/>
              </a:defRPr>
            </a:pPr>
            <a:r>
              <a:t>let age = 25;</a:t>
            </a:r>
            <a:br/>
            <a:r>
              <a:t>const PI = 3.14;</a:t>
            </a:r>
            <a:br/>
            <a:r>
              <a:t>var name = 'John';</a:t>
            </a:r>
            <a:br/>
            <a:br/>
            <a:r>
              <a:t>// null vs undefined</a:t>
            </a:r>
            <a:br/>
            <a:r>
              <a:t>let x = null;           // intentional</a:t>
            </a:r>
            <a:br/>
            <a:r>
              <a:t>let y;                  // undefined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ES6+ Features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Arrow Functions - Shorter syntax for function expressions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const add = (a, b) =&gt; a + b;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Template Literals - Embed expressions and multi-line strings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console.log(`Hello ${name}, welcome!`);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Default Parameters - Set default values for function parameters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const greet = (name = 'Guest') =&gt; { ...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Destructuring &amp; Spread Operator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Easy extraction of values and combining arrays/objects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urier New"/>
              </a:defRPr>
            </a:pPr>
            <a:r>
              <a:t>// Destructuring</a:t>
            </a:r>
            <a:br/>
            <a:r>
              <a:t>const user = { name: 'Alice', age: 25 };</a:t>
            </a:r>
            <a:br/>
            <a:r>
              <a:t>const { name, age } = user;</a:t>
            </a:r>
            <a:br/>
            <a:br/>
            <a:r>
              <a:t>// Spread Operator</a:t>
            </a:r>
            <a:br/>
            <a:r>
              <a:t>const nums = [1, 2, 3];</a:t>
            </a:r>
            <a:br/>
            <a:r>
              <a:t>const newNums = [...nums, 4, 5];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Modules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Organize Code - Break into focused, self-contained files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Prevent Naming Conflicts - Private scope by default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Improve Readability - Easier to navigate and understand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Reusability - Follow DRY (Don't Repeat Yourself) principle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Better Encapsulation - Variables private unless exported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Modules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Export from one file, import to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urier New"/>
              </a:defRPr>
            </a:pPr>
            <a:r>
              <a:t>// math.js</a:t>
            </a:r>
            <a:br/>
            <a:r>
              <a:t>export function add(a, b) { </a:t>
            </a:r>
            <a:br/>
            <a:r>
              <a:t>  return a + b; </a:t>
            </a:r>
            <a:br/>
            <a:r>
              <a:t>}</a:t>
            </a:r>
            <a:br/>
            <a:br/>
            <a:r>
              <a:t>// app.js</a:t>
            </a:r>
            <a:br/>
            <a:r>
              <a:t>import { add } from './math.js';</a:t>
            </a:r>
            <a:br/>
            <a:r>
              <a:t>console.log(add(5, 3));  //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Asynchronous Programming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Asynchronous operations complete concurrently without blocking main thread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Common Use Cases: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API requests - fetching data from servers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File operations - reading/writing files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Event listeners - clicks, keyboard inputs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Database queries - retrieving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Callbacks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Functions passed as arguments, executed after a task completes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Widely used in async operations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Simple pattern for handling results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Callback Hell - Deeply nested callbacks become unreadable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Messy error handling with nested callbacks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Promises Explained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Represents a value that may be available now, later, or never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Three States: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🔵 Pending - Task in initial state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🟢 Fulfilled - Task completed successfully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🔴 Rejected - Task failed with error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Promises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Promise states and handling with .then() and .catch()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urier New"/>
              </a:defRPr>
            </a:pPr>
            <a:r>
              <a:t>const promise = new Promise((resolve, reject) =&gt; {</a:t>
            </a:r>
            <a:br/>
            <a:r>
              <a:t>  if (success) {</a:t>
            </a:r>
            <a:br/>
            <a:r>
              <a:t>    resolve(value);</a:t>
            </a:r>
            <a:br/>
            <a:r>
              <a:t>  } else {</a:t>
            </a:r>
            <a:br/>
            <a:r>
              <a:t>    reject(error);</a:t>
            </a:r>
            <a:br/>
            <a:r>
              <a:t>  }</a:t>
            </a:r>
            <a:br/>
            <a:r>
              <a:t>});</a:t>
            </a:r>
            <a:br/>
            <a:br/>
            <a:r>
              <a:t>promise</a:t>
            </a:r>
            <a:br/>
            <a:r>
              <a:t>  .then(result =&gt; console.log(result))</a:t>
            </a:r>
            <a:br/>
            <a:r>
              <a:t>  .catch(error =&gt; console.log(error));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Promise Methods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Promise.all() - Wait for all, reject if any fails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Promise.allSettled() - Wait for all, return all outcomes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Promise.race() - Return result of first settled promise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Promise.any() - Return first fulfilled promise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Promise.resolve() - Resolve with given value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Promise.reject() - Reject with given reason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Promise.finally() - Cleanup code regardless of result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Async/Await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syntax making async code look synchronous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async - Transforms function to return a Promise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await - Pauses execution until Promise resolves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More readable and maintainable code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Easier error handling with try/catch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Cleaner than .then() chains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Async/Await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Async function with await and try/catch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urier New"/>
              </a:defRPr>
            </a:pPr>
            <a:r>
              <a:t>async function getData() {</a:t>
            </a:r>
            <a:br/>
            <a:r>
              <a:t>  try {</a:t>
            </a:r>
            <a:br/>
            <a:r>
              <a:t>    const response = await fetch('/api/data');</a:t>
            </a:r>
            <a:br/>
            <a:r>
              <a:t>    const data = await response.json();</a:t>
            </a:r>
            <a:br/>
            <a:r>
              <a:t>    console.log(data);</a:t>
            </a:r>
            <a:br/>
            <a:r>
              <a:t>  } catch (error) {</a:t>
            </a:r>
            <a:br/>
            <a:r>
              <a:t>    console.log('Error:', error);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Scope in JavaScript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Scope determines where variables can be accessed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Global Scope - Accessible everywhere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 Scope - Accessible only within function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Block Scope - let/const accessible only in { } block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Lexical Scope - Inner functions access outer variables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Note: var does not have block scope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Context (this keyword)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Context refers to the value of 'this' in a function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Global Context - Outside functions, this = global object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 Context - When called as method, this = object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Constructor Context - With new keyword, this = new object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Explicit Binding - Use call(), apply(), or bind()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Closures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Inner function has access to outer function's variables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Closures created every time a function is created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Point: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Inner function retains access to outer variables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even after outer function finishes executing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Closures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Inner function retains access to outer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urier New"/>
              </a:defRPr>
            </a:pPr>
            <a:r>
              <a:t>function outer() {</a:t>
            </a:r>
            <a:br/>
            <a:r>
              <a:t>  const outerVar = 'I am outer';</a:t>
            </a:r>
            <a:br/>
            <a:r>
              <a:t>  </a:t>
            </a:r>
            <a:br/>
            <a:r>
              <a:t>  function inner() {</a:t>
            </a:r>
            <a:br/>
            <a:r>
              <a:t>    console.log(outerVar);</a:t>
            </a:r>
            <a:br/>
            <a:r>
              <a:t>  }</a:t>
            </a:r>
            <a:br/>
            <a:r>
              <a:t>  </a:t>
            </a:r>
            <a:br/>
            <a:r>
              <a:t>  return inner;</a:t>
            </a:r>
            <a:br/>
            <a:r>
              <a:t>}</a:t>
            </a:r>
            <a:br/>
            <a:br/>
            <a:r>
              <a:t>const closure = outer();</a:t>
            </a:r>
            <a:br/>
            <a:r>
              <a:t>closure();  // 'I am outer'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Closures - Use Cases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Data Privacy/Encapsulation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Create private variables not accessible globally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Function Factories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Create functions with pre-configured behavior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Partial Application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Fix some arguments, create new functions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Closures - Common Pitfalls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⚠️ Memory Leaks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Excessive closures retain unnecessary references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⚠️ Performance Overhead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Overusing closures increases memory usage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Practice: Use closures strategically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E0E0"/>
                </a:solidFill>
              </a:defRPr>
            </a:pPr>
            <a:r>
              <a:t>Master these JavaScript fundamentals to become an expert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